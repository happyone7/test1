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3.png"/><Relationship Id="rId8" Type="http://schemas.openxmlformats.org/officeDocument/2006/relationships/image" Target="../media/image10.png"/><Relationship Id="rId9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4.png"/><Relationship Id="rId7" Type="http://schemas.openxmlformats.org/officeDocument/2006/relationships/image" Target="../media/image9.png"/><Relationship Id="rId8" Type="http://schemas.openxmlformats.org/officeDocument/2006/relationships/image" Target="../media/image1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itleBG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SoulspireLogo_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0" y="731520"/>
            <a:ext cx="4572000" cy="2286000"/>
          </a:xfrm>
          <a:prstGeom prst="rect">
            <a:avLst/>
          </a:prstGeom>
        </p:spPr>
      </p:pic>
      <p:pic>
        <p:nvPicPr>
          <p:cNvPr id="4" name="Picture 3" descr="btn_accent_id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657600"/>
            <a:ext cx="393192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114800" y="365760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0D470"/>
                </a:solidFill>
              </a:defRPr>
            </a:pPr>
            <a:r>
              <a:t>시작</a:t>
            </a:r>
          </a:p>
        </p:txBody>
      </p:sp>
      <p:pic>
        <p:nvPicPr>
          <p:cNvPr id="6" name="Picture 5" descr="btn_basic_id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4434840"/>
            <a:ext cx="3931920" cy="6400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14800" y="443484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E0DCD0"/>
                </a:solidFill>
              </a:defRPr>
            </a:pPr>
            <a:r>
              <a:t>설정</a:t>
            </a:r>
          </a:p>
        </p:txBody>
      </p:sp>
      <p:pic>
        <p:nvPicPr>
          <p:cNvPr id="8" name="Picture 7" descr="btn_basic_id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4800" y="5212080"/>
            <a:ext cx="393192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0" y="5212080"/>
            <a:ext cx="3931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44040"/>
                </a:solidFill>
              </a:defRPr>
            </a:pPr>
            <a:r>
              <a:t>종료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9890"/>
                </a:solidFill>
              </a:defRPr>
            </a:pPr>
            <a:r>
              <a:t>[적용 에셋] TitleBG_01, SoulspireLogo_02, btn_accent_idle, btn_basic_idle x2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ubBG_03_dimm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panel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475488"/>
          </a:xfrm>
          <a:prstGeom prst="rect">
            <a:avLst/>
          </a:prstGeom>
        </p:spPr>
      </p:pic>
      <p:pic>
        <p:nvPicPr>
          <p:cNvPr id="4" name="Picture 3" descr="icon_b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73152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457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D470"/>
                </a:solidFill>
              </a:defRPr>
            </a:pPr>
            <a:r>
              <a:t>Bit: 12,500</a:t>
            </a:r>
          </a:p>
        </p:txBody>
      </p:sp>
      <p:pic>
        <p:nvPicPr>
          <p:cNvPr id="6" name="Picture 5" descr="icon_co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000" y="73152"/>
            <a:ext cx="329184" cy="3291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651760" y="45720"/>
            <a:ext cx="1371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060D0"/>
                </a:solidFill>
              </a:defRPr>
            </a:pPr>
            <a:r>
              <a:t>Core: 3</a:t>
            </a:r>
          </a:p>
        </p:txBody>
      </p:sp>
      <p:pic>
        <p:nvPicPr>
          <p:cNvPr id="8" name="Picture 7" descr="tower_s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43200" y="1828800"/>
            <a:ext cx="914400" cy="9144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743200" y="20574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D44040"/>
                </a:solidFill>
              </a:defRPr>
            </a:pPr>
            <a:r>
              <a:t>공격력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3317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</a:defRPr>
            </a:pPr>
            <a:r>
              <a:t>Lv.2/5</a:t>
            </a:r>
          </a:p>
        </p:txBody>
      </p:sp>
      <p:pic>
        <p:nvPicPr>
          <p:cNvPr id="11" name="Picture 10" descr="tower_s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0" y="1371600"/>
            <a:ext cx="914400" cy="914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0" y="16002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80D4"/>
                </a:solidFill>
              </a:defRPr>
            </a:pPr>
            <a:r>
              <a:t>공격속도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18745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</a:defRPr>
            </a:pPr>
            <a:r>
              <a:t>Lv.1/5</a:t>
            </a:r>
          </a:p>
        </p:txBody>
      </p:sp>
      <p:pic>
        <p:nvPicPr>
          <p:cNvPr id="14" name="Picture 13" descr="tower_slo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2286000"/>
            <a:ext cx="914400" cy="9144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229600" y="2514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D470"/>
                </a:solidFill>
              </a:defRPr>
            </a:pPr>
            <a:r>
              <a:t>기지 HP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278892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A09890"/>
                </a:solidFill>
              </a:defRPr>
            </a:pPr>
            <a:r>
              <a:t>Lv.3/5</a:t>
            </a:r>
          </a:p>
        </p:txBody>
      </p:sp>
      <p:pic>
        <p:nvPicPr>
          <p:cNvPr id="17" name="Picture 16" descr="panel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0" y="914400"/>
            <a:ext cx="4114800" cy="41148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46720" y="109728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84D"/>
                </a:solidFill>
              </a:defRPr>
            </a:pPr>
            <a:r>
              <a:t>공격력 Lv2 -&gt; Lv3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15544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타워의 기본 공격력을 증가시킵니다.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0116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현재: +2.0   -&gt;   변경 후: +3.0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46720" y="24688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D84D"/>
                </a:solidFill>
              </a:defRPr>
            </a:pPr>
            <a:r>
              <a:t>비용: 500 Bit</a:t>
            </a:r>
          </a:p>
        </p:txBody>
      </p:sp>
      <p:pic>
        <p:nvPicPr>
          <p:cNvPr id="22" name="Picture 21" descr="btn_accent_id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3920" y="3017520"/>
            <a:ext cx="2560320" cy="50292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8503920" y="301752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0D470"/>
                </a:solidFill>
              </a:defRPr>
            </a:pPr>
            <a:r>
              <a:t>구매</a:t>
            </a:r>
          </a:p>
        </p:txBody>
      </p:sp>
      <p:pic>
        <p:nvPicPr>
          <p:cNvPr id="24" name="Picture 23" descr="panel_fra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36792"/>
            <a:ext cx="12191695" cy="521207"/>
          </a:xfrm>
          <a:prstGeom prst="rect">
            <a:avLst/>
          </a:prstGeom>
        </p:spPr>
      </p:pic>
      <p:pic>
        <p:nvPicPr>
          <p:cNvPr id="25" name="Picture 24" descr="dropdown_fra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6409944"/>
            <a:ext cx="1828800" cy="384048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640080" y="6382512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DCD0"/>
                </a:solidFill>
              </a:defRPr>
            </a:pPr>
            <a:r>
              <a:t>Stage 1</a:t>
            </a:r>
          </a:p>
        </p:txBody>
      </p:sp>
      <p:pic>
        <p:nvPicPr>
          <p:cNvPr id="27" name="Picture 26" descr="btn_accent_idl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14800" y="6382512"/>
            <a:ext cx="3657600" cy="4297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4114800" y="6382512"/>
            <a:ext cx="3657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40D470"/>
                </a:solidFill>
              </a:defRPr>
            </a:pPr>
            <a:r>
              <a:t>출격!</a:t>
            </a:r>
          </a:p>
        </p:txBody>
      </p:sp>
      <p:pic>
        <p:nvPicPr>
          <p:cNvPr id="29" name="Picture 28" descr="btn_basic_id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6800" y="6382512"/>
            <a:ext cx="1645920" cy="429768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8686800" y="6382512"/>
            <a:ext cx="16459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CD0"/>
                </a:solidFill>
              </a:defRPr>
            </a:pPr>
            <a:r>
              <a:t>설정</a:t>
            </a:r>
          </a:p>
        </p:txBody>
      </p:sp>
      <p:pic>
        <p:nvPicPr>
          <p:cNvPr id="31" name="Picture 30" descr="btn_basic_id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15600" y="6382512"/>
            <a:ext cx="1371600" cy="42976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10515600" y="6382512"/>
            <a:ext cx="13716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44040"/>
                </a:solidFill>
              </a:defRPr>
            </a:pPr>
            <a:r>
              <a:t>종료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" y="5760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9890"/>
                </a:solidFill>
              </a:defRPr>
            </a:pPr>
            <a:r>
              <a:t>[적용 에셋] HubBG_03_dimmed, panel_frame x3, icon_bit, icon_core, tower_slot x3, dropdown_frame, btn_accent_idle x2, btn_basic_idle x2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2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pane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59436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9144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0DCD0"/>
                </a:solidFill>
              </a:defRPr>
            </a:pPr>
            <a:r>
              <a:t>웨이브: 3/5</a:t>
            </a:r>
          </a:p>
        </p:txBody>
      </p:sp>
      <p:pic>
        <p:nvPicPr>
          <p:cNvPr id="4" name="Picture 3" descr="icon_b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0" y="91440"/>
            <a:ext cx="329184" cy="3291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108960" y="9144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0D470"/>
                </a:solidFill>
              </a:defRPr>
            </a:pPr>
            <a:r>
              <a:t>Bit: 2,340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457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9890"/>
                </a:solidFill>
              </a:defRPr>
            </a:pPr>
            <a:r>
              <a:t>기지 HP:</a:t>
            </a:r>
          </a:p>
        </p:txBody>
      </p:sp>
      <p:pic>
        <p:nvPicPr>
          <p:cNvPr id="7" name="Picture 6" descr="hp_bar_fram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109728"/>
            <a:ext cx="4114800" cy="320040"/>
          </a:xfrm>
          <a:prstGeom prst="rect">
            <a:avLst/>
          </a:prstGeom>
        </p:spPr>
      </p:pic>
      <p:pic>
        <p:nvPicPr>
          <p:cNvPr id="8" name="Picture 7" descr="hp_bar_fil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85432" y="137160"/>
            <a:ext cx="3291840" cy="25603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858000" y="10972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16/20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9260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A5070"/>
                </a:solidFill>
              </a:defRPr>
            </a:pPr>
            <a:r>
              <a:t>[ 게임 플레이 영역 ]</a:t>
            </a:r>
          </a:p>
        </p:txBody>
      </p:sp>
      <p:pic>
        <p:nvPicPr>
          <p:cNvPr id="11" name="Picture 10" descr="btn_basic_id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0" y="5303520"/>
            <a:ext cx="731520" cy="4114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8686800" y="53035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40D470"/>
                </a:solidFill>
              </a:defRPr>
            </a:pPr>
            <a:r>
              <a:t>x1</a:t>
            </a:r>
          </a:p>
        </p:txBody>
      </p:sp>
      <p:pic>
        <p:nvPicPr>
          <p:cNvPr id="13" name="Picture 12" descr="btn_basic_id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1200" y="5303520"/>
            <a:ext cx="731520" cy="4114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0" y="53035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</a:defRPr>
            </a:pPr>
            <a:r>
              <a:t>x2</a:t>
            </a:r>
          </a:p>
        </p:txBody>
      </p:sp>
      <p:pic>
        <p:nvPicPr>
          <p:cNvPr id="15" name="Picture 14" descr="btn_basic_id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15600" y="5303520"/>
            <a:ext cx="731520" cy="4114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0515600" y="53035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9890"/>
                </a:solidFill>
              </a:defRPr>
            </a:pPr>
            <a:r>
              <a:t>x3</a:t>
            </a:r>
          </a:p>
        </p:txBody>
      </p:sp>
      <p:pic>
        <p:nvPicPr>
          <p:cNvPr id="17" name="Picture 16" descr="btn_basic_idl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430000" y="5303520"/>
            <a:ext cx="731520" cy="411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430000" y="5303520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E0DCD0"/>
                </a:solidFill>
              </a:defRPr>
            </a:pPr>
            <a:r>
              <a:t>||</a:t>
            </a:r>
          </a:p>
        </p:txBody>
      </p:sp>
      <p:pic>
        <p:nvPicPr>
          <p:cNvPr id="19" name="Picture 18" descr="panel_fra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5943600"/>
            <a:ext cx="7315200" cy="777240"/>
          </a:xfrm>
          <a:prstGeom prst="rect">
            <a:avLst/>
          </a:prstGeom>
        </p:spPr>
      </p:pic>
      <p:pic>
        <p:nvPicPr>
          <p:cNvPr id="20" name="Picture 19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6016752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2788920" y="64190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Lv.1</a:t>
            </a:r>
          </a:p>
        </p:txBody>
      </p:sp>
      <p:pic>
        <p:nvPicPr>
          <p:cNvPr id="22" name="Picture 21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8728" y="6016752"/>
            <a:ext cx="640080" cy="64008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3538728" y="64190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Lv.2</a:t>
            </a:r>
          </a:p>
        </p:txBody>
      </p:sp>
      <p:pic>
        <p:nvPicPr>
          <p:cNvPr id="24" name="Picture 23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88536" y="6016752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4288536" y="6419088"/>
            <a:ext cx="6400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9890"/>
                </a:solidFill>
              </a:defRPr>
            </a:pPr>
            <a:r>
              <a:t>Lv.3</a:t>
            </a:r>
          </a:p>
        </p:txBody>
      </p:sp>
      <p:pic>
        <p:nvPicPr>
          <p:cNvPr id="26" name="Picture 25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8344" y="6016752"/>
            <a:ext cx="640080" cy="640080"/>
          </a:xfrm>
          <a:prstGeom prst="rect">
            <a:avLst/>
          </a:prstGeom>
        </p:spPr>
      </p:pic>
      <p:pic>
        <p:nvPicPr>
          <p:cNvPr id="27" name="Picture 26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88152" y="6016752"/>
            <a:ext cx="640080" cy="640080"/>
          </a:xfrm>
          <a:prstGeom prst="rect">
            <a:avLst/>
          </a:prstGeom>
        </p:spPr>
      </p:pic>
      <p:pic>
        <p:nvPicPr>
          <p:cNvPr id="28" name="Picture 27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37960" y="6016752"/>
            <a:ext cx="640080" cy="640080"/>
          </a:xfrm>
          <a:prstGeom prst="rect">
            <a:avLst/>
          </a:prstGeom>
        </p:spPr>
      </p:pic>
      <p:pic>
        <p:nvPicPr>
          <p:cNvPr id="29" name="Picture 28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87768" y="6016752"/>
            <a:ext cx="640080" cy="640080"/>
          </a:xfrm>
          <a:prstGeom prst="rect">
            <a:avLst/>
          </a:prstGeom>
        </p:spPr>
      </p:pic>
      <p:pic>
        <p:nvPicPr>
          <p:cNvPr id="30" name="Picture 29" descr="tower_slo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7576" y="6016752"/>
            <a:ext cx="640080" cy="640080"/>
          </a:xfrm>
          <a:prstGeom prst="rect">
            <a:avLst/>
          </a:prstGeom>
        </p:spPr>
      </p:pic>
      <p:pic>
        <p:nvPicPr>
          <p:cNvPr id="31" name="Picture 30" descr="tooltip_fram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0" y="2743200"/>
            <a:ext cx="3200400" cy="2286000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8412480" y="288036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080D4"/>
                </a:solidFill>
              </a:defRPr>
            </a:pPr>
            <a:r>
              <a:t>화살탑  Lv.2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2461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공격력:  12.5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35204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공격속도:  1.20/s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80" y="379476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DCD0"/>
                </a:solidFill>
              </a:defRPr>
            </a:pPr>
            <a:r>
              <a:t>사거리:  4.0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16052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8030"/>
                </a:solidFill>
              </a:defRPr>
            </a:pPr>
            <a:r>
              <a:t>판매: +25 Bit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6492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9890"/>
                </a:solidFill>
              </a:defRPr>
            </a:pPr>
            <a:r>
              <a:t>[적용 에셋] panel_frame x2, hp_bar_frame, hp_bar_fill, icon_bit, tower_slot x8, tooltip_frame, btn_basic_idle x5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D84D"/>
                </a:solidFill>
              </a:defRPr>
            </a:pPr>
            <a:r>
              <a:t>UI 에셋 매핑 요약 (16개 + 배경/로고 3개)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btn_basic_idle/hover/pressed/disabled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840480" y="109728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타이틀(설정/종료), 허브(설정/종료), 인게임(배속/일시정지/Hub)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4475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btn_accent_idle/hover/pressed/disabled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44475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타이틀(시작), 허브(출격/구매), 인게임(재도전)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9222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panel_frame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79222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허브(상단바/하단바/상세패널), 인게임(HUD바/인벤토리바/런종료패널), 설정팝업, 방치팝업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3969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hp_bar_frame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3969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인게임 기지 HP바 배경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8716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hp_bar_fill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48716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인게임 기지 HP바 채우기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8346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tower_slot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83464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허브(스킬노드), 인게임(인벤토리 슬롯 x8)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8211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tooltip_frame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18211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인게임 타워 정보 툴팁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2958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dropdown_frame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352958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 스테이지 선택 드롭다운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877056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icon_bit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877056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허브(상단바), 인게임(HUD)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224528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icon_core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4224528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허브(상단바)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5720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TitleBG_01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4572000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타이틀 화면 배경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194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HubBG_03_dimmed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919472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허브 화면 배경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5266944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0D470"/>
                </a:solidFill>
              </a:defRPr>
            </a:pPr>
            <a:r>
              <a:t>SoulspireLogo_02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5266944"/>
            <a:ext cx="7772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DCD0"/>
                </a:solidFill>
              </a:defRPr>
            </a:pPr>
            <a:r>
              <a:t>타이틀 화면 로고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