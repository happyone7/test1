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B5CF6"/>
                </a:solidFill>
              </a:defRPr>
            </a:pPr>
            <a:r>
              <a:t>SOULSPIRE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그래픽 컨셉 리뷰 — 최종 확정본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Sprint 5 TA P0 #1  |  Round 4 합격 (91/100)  |  2026-02-17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40D470"/>
                </a:solidFill>
              </a:defRPr>
            </a:pPr>
            <a:r>
              <a:t>리뷰 이력: R1(52) -&gt; R2(68) -&gt; R3(83) -&gt; R4(91) — 합격</a:t>
            </a:r>
          </a:p>
          <a:p>
            <a:pPr>
              <a:spcAft>
                <a:spcPts val="600"/>
              </a:spcAft>
              <a:defRPr sz="10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CCCCCC"/>
                </a:solidFill>
              </a:defRPr>
            </a:pPr>
            <a:r>
              <a:t>리뷰어: 기획팀장 91/100 + TA팀장 91/100 = 평균 91점</a:t>
            </a:r>
          </a:p>
          <a:p>
            <a:pPr>
              <a:spcAft>
                <a:spcPts val="600"/>
              </a:spcAft>
              <a:defRPr sz="1600" b="0">
                <a:solidFill>
                  <a:srgbClr val="CCCCCC"/>
                </a:solidFill>
              </a:defRPr>
            </a:pPr>
            <a:r>
              <a:t>검토 대상: 타이틀 / 허브(성소) / 인게임 전투 / 런 종료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A0FF"/>
                </a:solidFill>
              </a:defRPr>
            </a:pPr>
            <a:r>
              <a:t>1. 타이틀 화면 (Title Screen)</a:t>
            </a:r>
          </a:p>
        </p:txBody>
      </p:sp>
      <p:pic>
        <p:nvPicPr>
          <p:cNvPr id="3" name="Picture 2" descr="Concept_Title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09728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8B5CF6"/>
                </a:solidFill>
              </a:defRPr>
            </a:pPr>
            <a:r>
              <a:t>확정 요소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SOULSPIRE 로고 + 서브타이틀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석조 아치 게이트 (세계관 진입 상징)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PLAY(금색 CTA) / SETTINGS / QUIT 버튼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보라빛 마법 크리스탈 발광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8B5CF6"/>
                </a:solidFill>
              </a:defRPr>
            </a:pPr>
            <a:r>
              <a:t>컬러 팔레트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딥 퍼플 #141420 / 마법 보라 #8B5CF6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골드 CTA #FFD84D / 석재 그레이 #2A2A3A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40D470"/>
                </a:solidFill>
              </a:defRPr>
            </a:pPr>
            <a:r>
              <a:t>평가 점수: 23/25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A0FF"/>
                </a:solidFill>
              </a:defRPr>
            </a:pPr>
            <a:r>
              <a:t>2. 허브 화면 — 성소 (Sanctum)</a:t>
            </a:r>
          </a:p>
        </p:txBody>
      </p:sp>
      <p:pic>
        <p:nvPicPr>
          <p:cNvPr id="3" name="Picture 2" descr="Concept_Hub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09728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8B5CF6"/>
                </a:solidFill>
              </a:defRPr>
            </a:pPr>
            <a:r>
              <a:t>확정 요소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SANCTUM 타이틀 + Soul/Core 자원 HUD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룬 각성 트리 (Rune Awakening / Magical Tree)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노드 3상태: 잠김/해금가능/완료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EMBARK 금색 출격 버튼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양피지/마법서 느낌 UI 프레임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8B5CF6"/>
                </a:solidFill>
              </a:defRPr>
            </a:pPr>
            <a:r>
              <a:t>컬러 팔레트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Soul: 에메랄드 #40D470 / Core: 시안 #06B6D4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프레임: 석재+금박 / 배경: 어두운 남보라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40D470"/>
                </a:solidFill>
              </a:defRPr>
            </a:pPr>
            <a:r>
              <a:t>평가 점수: 22/25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A0FF"/>
                </a:solidFill>
              </a:defRPr>
            </a:pPr>
            <a:r>
              <a:t>3. 인게임 전투 화면 (In-Game Battle)</a:t>
            </a:r>
          </a:p>
        </p:txBody>
      </p:sp>
      <p:pic>
        <p:nvPicPr>
          <p:cNvPr id="3" name="Picture 2" descr="Concept_InGameBat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09728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8B5CF6"/>
                </a:solidFill>
              </a:defRPr>
            </a:pPr>
            <a:r>
              <a:t>확정 요소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3/4 쿼터뷰 아이소메트릭 전투 맵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상단 HUD: HP바 / INCURSION 웨이브 / Bit 자원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몬스터 3종: Bit(녹) / Quick(황) / Heavy(적)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타워 슬롯 4색: Arrow(주황)/Cannon(빨강)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/Ice(파랑)/Lightning(노랑)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보라 틴트 12% 배경 통일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8B5CF6"/>
                </a:solidFill>
              </a:defRPr>
            </a:pPr>
            <a:r>
              <a:t>핵심 개선 (R3→R4)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몬스터 3-4px → 8-12px 확대 + HP바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타워 슬롯 색상 차별화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40D470"/>
                </a:solidFill>
              </a:defRPr>
            </a:pPr>
            <a:r>
              <a:t>평가 점수: 24/25 (최고)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A0FF"/>
                </a:solidFill>
              </a:defRPr>
            </a:pPr>
            <a:r>
              <a:t>4. 런 종료 화면 (Run End / Clear)</a:t>
            </a:r>
          </a:p>
        </p:txBody>
      </p:sp>
      <p:pic>
        <p:nvPicPr>
          <p:cNvPr id="3" name="Picture 2" descr="Concept_Run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09728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8B5CF6"/>
                </a:solidFill>
              </a:defRPr>
            </a:pPr>
            <a:r>
              <a:t>확정 요소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RUN COMPLETE 보상 정산 패널 (58% 확대)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금색 테두리 + 4모서리 룬 장식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Soul Gained: +450 (금색 강조)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Core Fragments: +1 (시안 강조)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Waves Cleared / Enemies Defeated 통계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RETURN TO SANCTUM(메인CTA) / RETRY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8B5CF6"/>
                </a:solidFill>
              </a:defRPr>
            </a:pPr>
            <a:r>
              <a:t>컬러 팔레트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Soul: 골드 #FFD84D / Core: 시안 #06B6D4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패널: 반투명 다크 보라 + 석재 테두리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40D470"/>
                </a:solidFill>
              </a:defRPr>
            </a:pPr>
            <a:r>
              <a:t>평가 점수: 22/25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4A0FF"/>
                </a:solidFill>
              </a:defRPr>
            </a:pPr>
            <a:r>
              <a:t>확정 사항 및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8B5CF6"/>
                </a:solidFill>
              </a:defRPr>
            </a:pPr>
            <a:r>
              <a:t>확정된 비주얼 방향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다크 판타지 + 픽셀아트 하이브리드, 다크 남보라 기조(#141420)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마법 발광(보라/시안/골드)만 밝게 — "암부가 기본, 명부는 마법"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3/4 쿼터뷰 시점 통일, 석재+금박 UI 프레임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8B5CF6"/>
                </a:solidFill>
              </a:defRPr>
            </a:pPr>
            <a:r>
              <a:t>리뷰 점수 이력</a:t>
            </a:r>
          </a:p>
          <a:p>
            <a:pPr>
              <a:spcAft>
                <a:spcPts val="600"/>
              </a:spcAft>
              <a:defRPr sz="1600" b="0">
                <a:solidFill>
                  <a:srgbClr val="40D470"/>
                </a:solidFill>
              </a:defRPr>
            </a:pPr>
            <a:r>
              <a:t>  Round 1: 52점 → Round 2: 68점 → Round 3: 83점 → Round 4: 91점 (합격)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8B5CF6"/>
                </a:solidFill>
              </a:defRPr>
            </a:pPr>
            <a:r>
              <a:t>다음 단계 (총괄PD 승인 후)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1. TA: 인게임 타일셋 이미지 적용 (P0 #2)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2. TA: 기지 이미지 적용 (P0 #3)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3. TA: 투사체 크기 조정 (P0 #4)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4. TA: 몬스터 애니메이션 (P0 #5)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5. TA: 투사체 히트 이펙트 (P0 #6)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  6. UI팀장: 허브/런종료 패널 에셋 전달 후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